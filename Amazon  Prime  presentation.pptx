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9" r:id="rId3"/>
    <p:sldId id="260" r:id="rId4"/>
    <p:sldId id="261" r:id="rId5"/>
    <p:sldId id="262" r:id="rId6"/>
    <p:sldId id="264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87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651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838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95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37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966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57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21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035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25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136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7633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3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44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399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240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16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9CA78841-EEF3-4F89-9E63-CDCBF7480AAD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249CE7B-8394-4D21-9A13-5A94F06EF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739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A59B6-3BD2-4F9B-80FD-7F029DC14F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/>
              <a:t>Amazon  Prime  Content</a:t>
            </a:r>
            <a:br>
              <a:rPr lang="en-US" sz="4400" b="1" dirty="0"/>
            </a:br>
            <a:r>
              <a:rPr lang="en-US" sz="4400" b="1" dirty="0"/>
              <a:t>Analysis</a:t>
            </a:r>
            <a:br>
              <a:rPr lang="en-US" sz="4400" b="1" dirty="0"/>
            </a:br>
            <a:br>
              <a:rPr lang="en-US" sz="2800" b="1" dirty="0"/>
            </a:br>
            <a:endParaRPr lang="en-IN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58461-C049-4965-951B-A448EE4713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Movies &amp; TV Shows Performance Dashboard</a:t>
            </a:r>
          </a:p>
          <a:p>
            <a:r>
              <a:rPr lang="en-US" sz="2000" dirty="0"/>
              <a:t>							Syed Fakhruddin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85271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0D128-DE30-43DF-95E6-C11F2E7F5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 Type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A3E3B-C6AF-4C8F-BEF1-1891128EC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30" y="1690688"/>
            <a:ext cx="7550160" cy="46832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9131A-99BC-4D1E-84BC-B507BE377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995" y="2346617"/>
            <a:ext cx="3888805" cy="299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93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5CCE-3F7A-4C2E-B806-D6E730F90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Growth by Release Year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024BA-D342-4A16-95BC-FFC4A10AD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999" y="1617752"/>
            <a:ext cx="9870729" cy="50250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410D13-435D-4232-8097-89D9F5D8F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451" y="2187388"/>
            <a:ext cx="4427101" cy="284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11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F7BA5-FF1B-4E54-94E4-D458E870B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Genre Distribution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5EE22-888B-480D-8AB9-CFAF8BCFA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47" y="1690688"/>
            <a:ext cx="9852212" cy="49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EA3920-3F72-415D-9042-CAA9DE45F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531" y="2553425"/>
            <a:ext cx="4335057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13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1C0C-C85E-48F6-A080-5BD193AF5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Awards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EDF78-8B80-4F05-8FBF-A57F96A3B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682"/>
            <a:ext cx="10590721" cy="51009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.</a:t>
            </a: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AD27C2-3BCF-4A21-9108-7733C1D8A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169" y="2079812"/>
            <a:ext cx="4437478" cy="287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02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D5EF-C3CA-476E-B7FD-21F257CC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Country &amp; Audience Target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A790D-8A9E-4121-AA8C-B77A27F0E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034988"/>
            <a:ext cx="7191187" cy="3984812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5592E6-C30A-4826-AC0A-E5214879E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353" y="2537012"/>
            <a:ext cx="4267200" cy="268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156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BF26-DCA3-416C-9EEB-B48424A84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646"/>
            <a:ext cx="10515600" cy="1228165"/>
          </a:xfrm>
        </p:spPr>
        <p:txBody>
          <a:bodyPr/>
          <a:lstStyle/>
          <a:p>
            <a:r>
              <a:rPr lang="en-US" b="1" dirty="0"/>
              <a:t>Amazon prime content Analysis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5CE89-F744-4BCB-AF25-5733FAC75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1425388"/>
            <a:ext cx="10408024" cy="534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13482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94</TotalTime>
  <Words>46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Corbel</vt:lpstr>
      <vt:lpstr>Depth</vt:lpstr>
      <vt:lpstr>Amazon  Prime  Content Analysis  </vt:lpstr>
      <vt:lpstr>Content Type Distribution</vt:lpstr>
      <vt:lpstr>Content Growth by Release Year</vt:lpstr>
      <vt:lpstr>Genre Distribution Analysis</vt:lpstr>
      <vt:lpstr>Awards Performance Analysis</vt:lpstr>
      <vt:lpstr>Country &amp; Audience Target Analysis</vt:lpstr>
      <vt:lpstr>Amazon prime content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Prime Content Analysis</dc:title>
  <dc:creator>SYED FAKHRUDDIN</dc:creator>
  <cp:lastModifiedBy>SYED FAKHRUDDIN</cp:lastModifiedBy>
  <cp:revision>12</cp:revision>
  <dcterms:created xsi:type="dcterms:W3CDTF">2026-03-01T18:19:58Z</dcterms:created>
  <dcterms:modified xsi:type="dcterms:W3CDTF">2026-03-04T07:36:14Z</dcterms:modified>
</cp:coreProperties>
</file>